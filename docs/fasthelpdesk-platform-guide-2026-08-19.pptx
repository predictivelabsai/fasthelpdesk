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FastHelpdesk</a:t>
            </a:r>
            <a:br/>
            <a:r>
              <a:t>Platform Guide</a:t>
            </a:r>
          </a:p>
          <a:p>
            <a:pPr>
              <a:defRPr sz="1800">
                <a:solidFill>
                  <a:srgbClr val="F97316"/>
                </a:solidFill>
              </a:defRPr>
            </a:pPr>
            <a:r>
              <a:t>2026-08-19  •  https://helpdesk.fastsme.com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**FastHelpdesk** is an open-source **customer-support desk** built with — a server-side, HTMX-driven port of the core of . Python-first, no JavaScript framework: a ticket queue with **live SLA timers**, threaded ticket conversations, agents &amp; teams, a knowledge base, customers, and an AI assistant grounded in your live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Resolve customer questions with less friction.</a:t>
            </a:r>
          </a:p>
        </p:txBody>
      </p:sp>
      <p:pic>
        <p:nvPicPr>
          <p:cNvPr id="3" name="Picture 2" descr="01-resolve-customer-questions-with-less-frictio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CUSTOMER SUPPORT Resolve customer questions with less friction. Give support teams a shared queue, customer context, knowledge, escalation rules, and AI-assisted responses. Sign In or Register Explore the open-source suite → Product tour · see the workspace in</a:t>
            </a:r>
          </a:p>
          <a:p>
            <a:pPr>
              <a:defRPr sz="900">
                <a:solidFill>
                  <a:srgbClr val="F97316"/>
                </a:solidFill>
              </a:defRPr>
            </a:pPr>
            <a:r>
              <a:t>https://helpdesk.fastsme.com/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FastHelpdesk API.</a:t>
            </a:r>
          </a:p>
        </p:txBody>
      </p:sp>
      <p:pic>
        <p:nvPicPr>
          <p:cNvPr id="3" name="Picture 2" descr="02-build-with-the-fasthelpdesk-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FastHelpdesk Developers Back to product DEVELOPER PLATFORM · API V1 Build with the FastHelpdesk API. Read the live demo database through a typed, versioned API. Selected integration writes are implemented behind bearer-token authentication. Open Swagger UI Ope</a:t>
            </a:r>
          </a:p>
          <a:p>
            <a:pPr>
              <a:defRPr sz="900">
                <a:solidFill>
                  <a:srgbClr val="F97316"/>
                </a:solidFill>
              </a:defRPr>
            </a:pPr>
            <a:r>
              <a:t>https://helpdesk.fastsme.com/developers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-1575712528%3A1787122773035626&amp;access_type=online&amp;client_id=887059023987-2a7spj1m82eivobdbt1itb3cqca6tpt1.apps.googleusercontent.com&amp;o2v=2&amp;prompt=select_account&amp;redirect_uri=https%3A%2F%2Fhelpdesk.fastsme.com%2Fauth%2Fgoogle%2Fcallback&amp;response_type=code&amp;scope=openid+email+profile&amp;service=lso&amp;state=X92SplIE74-wSc-gitzv5YU1x23ZEu4vIpEaS6XCKg8&amp;flowName=GeneralOAuthLite&amp;continue=https%3A%2F%2Faccounts.google.com%2Fsignin%2Foauth%2Flegacy%2Fconsent%3Fauthuser%3Dunknown%26part%3DAJi8hAOxPBwv4p3-iFG25i1G-_Y-Y0xKxLLR--slxzD9rVzHzW8r4Ew0gYc4qqOvJWe_G5H5uEmUnYUJZOCzMvwY2aHx21ybh3Ry3nu63yIKUlzJCQ-qkm4e10T31ZITD-Zcvltdc7z1YTBEpTtSkfwweZnkpUz86fxPZlfdosotNO2gH3pWjm_3fs7sy9zVZrQqhqMBVkIzroniypLS5cDpc8xE7WsDrNdFFMRlUzBkZABIaIfLDX892xMPI1YUajO6Rh6I6ZUFIbn3qEz1TzBNwYT464pe4UH50OJPTT97MLHrNCa6pP_-CMlNmc3IqEZNhIIoMRIQHqLL_Kvr8uox1ApndJdd9cxd0Vsu-HBJ8hBDzwCPVGSgpxDXS7J8ouBqbpFRLXqJAdUIEZHWC8T6MUqKSzItHofwpu9PCXPIXL-U4cRjDM1g0avc65YuAlNDLaoRPa3a53ONR4HMIjCVCz79GgPJiseoeYGqrA37pFKt3OxyONk%26flowName%3DGeneralOAuthFlow%26as%3DS-1575712528%253A1787122773035626%26client_id%3D887059023987-2a7spj1m82eivobdbt1itb3cqca6tpt1.apps.googleusercontent.com%23&amp;app_domain=https%3A%2F%2Fhelpdesk.fastsme.com&amp;rart=ANgoxcfmYG_iXNthV6Hp4UkmRkc_UZI4laXaCc0Zuca4GEr5dR66cjZoP1Nq1-Ee1zQtmiJJAOpE30V_yaYRDvShbzHaPp_ARxcRBIfDSP-4tnyZHUlrQ7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